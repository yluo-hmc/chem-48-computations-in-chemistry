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5486400" cy="182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254" d="100"/>
          <a:sy n="254" d="100"/>
        </p:scale>
        <p:origin x="1016" y="1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99297"/>
            <a:ext cx="4114800" cy="636693"/>
          </a:xfrm>
        </p:spPr>
        <p:txBody>
          <a:bodyPr anchor="b"/>
          <a:lstStyle>
            <a:lvl1pPr algn="ctr"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960543"/>
            <a:ext cx="4114800" cy="441537"/>
          </a:xfrm>
        </p:spPr>
        <p:txBody>
          <a:bodyPr/>
          <a:lstStyle>
            <a:lvl1pPr marL="0" indent="0" algn="ctr">
              <a:buNone/>
              <a:defRPr sz="640"/>
            </a:lvl1pPr>
            <a:lvl2pPr marL="121935" indent="0" algn="ctr">
              <a:buNone/>
              <a:defRPr sz="533"/>
            </a:lvl2pPr>
            <a:lvl3pPr marL="243870" indent="0" algn="ctr">
              <a:buNone/>
              <a:defRPr sz="480"/>
            </a:lvl3pPr>
            <a:lvl4pPr marL="365806" indent="0" algn="ctr">
              <a:buNone/>
              <a:defRPr sz="427"/>
            </a:lvl4pPr>
            <a:lvl5pPr marL="487741" indent="0" algn="ctr">
              <a:buNone/>
              <a:defRPr sz="427"/>
            </a:lvl5pPr>
            <a:lvl6pPr marL="609676" indent="0" algn="ctr">
              <a:buNone/>
              <a:defRPr sz="427"/>
            </a:lvl6pPr>
            <a:lvl7pPr marL="731611" indent="0" algn="ctr">
              <a:buNone/>
              <a:defRPr sz="427"/>
            </a:lvl7pPr>
            <a:lvl8pPr marL="853547" indent="0" algn="ctr">
              <a:buNone/>
              <a:defRPr sz="427"/>
            </a:lvl8pPr>
            <a:lvl9pPr marL="975482" indent="0" algn="ctr">
              <a:buNone/>
              <a:defRPr sz="4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1295-E087-F24C-BF17-6056257C3B82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DA24C-D1F9-834C-8D37-0104B71E9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41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1295-E087-F24C-BF17-6056257C3B82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DA24C-D1F9-834C-8D37-0104B71E9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955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2" y="455930"/>
            <a:ext cx="4732020" cy="76073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2" y="1223857"/>
            <a:ext cx="4732020" cy="400050"/>
          </a:xfrm>
        </p:spPr>
        <p:txBody>
          <a:bodyPr/>
          <a:lstStyle>
            <a:lvl1pPr marL="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1pPr>
            <a:lvl2pPr marL="121935" indent="0">
              <a:buNone/>
              <a:defRPr sz="533">
                <a:solidFill>
                  <a:schemeClr val="tx1">
                    <a:tint val="82000"/>
                  </a:schemeClr>
                </a:solidFill>
              </a:defRPr>
            </a:lvl2pPr>
            <a:lvl3pPr marL="24387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3pPr>
            <a:lvl4pPr marL="365806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4pPr>
            <a:lvl5pPr marL="487741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5pPr>
            <a:lvl6pPr marL="609676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6pPr>
            <a:lvl7pPr marL="731611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7pPr>
            <a:lvl8pPr marL="853547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8pPr>
            <a:lvl9pPr marL="975482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1295-E087-F24C-BF17-6056257C3B82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DA24C-D1F9-834C-8D37-0104B71E9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26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486833"/>
            <a:ext cx="2331720" cy="116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486833"/>
            <a:ext cx="2331720" cy="116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1295-E087-F24C-BF17-6056257C3B82}" type="datetimeFigureOut">
              <a:rPr lang="en-US" smtClean="0"/>
              <a:t>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DA24C-D1F9-834C-8D37-0104B71E9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7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97367"/>
            <a:ext cx="4732020" cy="3534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448310"/>
            <a:ext cx="2321004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668020"/>
            <a:ext cx="2321004" cy="982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448310"/>
            <a:ext cx="2332435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668020"/>
            <a:ext cx="2332435" cy="982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1295-E087-F24C-BF17-6056257C3B82}" type="datetimeFigureOut">
              <a:rPr lang="en-US" smtClean="0"/>
              <a:t>2/18/25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DA24C-D1F9-834C-8D37-0104B71E9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24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1295-E087-F24C-BF17-6056257C3B82}" type="datetimeFigureOut">
              <a:rPr lang="en-US" smtClean="0"/>
              <a:t>2/18/25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DA24C-D1F9-834C-8D37-0104B71E9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1295-E087-F24C-BF17-6056257C3B82}" type="datetimeFigureOut">
              <a:rPr lang="en-US" smtClean="0"/>
              <a:t>2/18/25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DA24C-D1F9-834C-8D37-0104B71E9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380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21920"/>
            <a:ext cx="1769507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263314"/>
            <a:ext cx="2777490" cy="1299633"/>
          </a:xfrm>
        </p:spPr>
        <p:txBody>
          <a:bodyPr/>
          <a:lstStyle>
            <a:lvl1pPr>
              <a:defRPr sz="853"/>
            </a:lvl1pPr>
            <a:lvl2pPr>
              <a:defRPr sz="747"/>
            </a:lvl2pPr>
            <a:lvl3pPr>
              <a:defRPr sz="640"/>
            </a:lvl3pPr>
            <a:lvl4pPr>
              <a:defRPr sz="533"/>
            </a:lvl4pPr>
            <a:lvl5pPr>
              <a:defRPr sz="533"/>
            </a:lvl5pPr>
            <a:lvl6pPr>
              <a:defRPr sz="533"/>
            </a:lvl6pPr>
            <a:lvl7pPr>
              <a:defRPr sz="533"/>
            </a:lvl7pPr>
            <a:lvl8pPr>
              <a:defRPr sz="533"/>
            </a:lvl8pPr>
            <a:lvl9pPr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548640"/>
            <a:ext cx="1769507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1295-E087-F24C-BF17-6056257C3B82}" type="datetimeFigureOut">
              <a:rPr lang="en-US" smtClean="0"/>
              <a:t>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DA24C-D1F9-834C-8D37-0104B71E9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51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21920"/>
            <a:ext cx="1769507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263314"/>
            <a:ext cx="2777490" cy="1299633"/>
          </a:xfrm>
        </p:spPr>
        <p:txBody>
          <a:bodyPr anchor="t"/>
          <a:lstStyle>
            <a:lvl1pPr marL="0" indent="0">
              <a:buNone/>
              <a:defRPr sz="853"/>
            </a:lvl1pPr>
            <a:lvl2pPr marL="121935" indent="0">
              <a:buNone/>
              <a:defRPr sz="747"/>
            </a:lvl2pPr>
            <a:lvl3pPr marL="243870" indent="0">
              <a:buNone/>
              <a:defRPr sz="640"/>
            </a:lvl3pPr>
            <a:lvl4pPr marL="365806" indent="0">
              <a:buNone/>
              <a:defRPr sz="533"/>
            </a:lvl4pPr>
            <a:lvl5pPr marL="487741" indent="0">
              <a:buNone/>
              <a:defRPr sz="533"/>
            </a:lvl5pPr>
            <a:lvl6pPr marL="609676" indent="0">
              <a:buNone/>
              <a:defRPr sz="533"/>
            </a:lvl6pPr>
            <a:lvl7pPr marL="731611" indent="0">
              <a:buNone/>
              <a:defRPr sz="533"/>
            </a:lvl7pPr>
            <a:lvl8pPr marL="853547" indent="0">
              <a:buNone/>
              <a:defRPr sz="533"/>
            </a:lvl8pPr>
            <a:lvl9pPr marL="975482" indent="0">
              <a:buNone/>
              <a:defRPr sz="5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548640"/>
            <a:ext cx="1769507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1295-E087-F24C-BF17-6056257C3B82}" type="datetimeFigureOut">
              <a:rPr lang="en-US" smtClean="0"/>
              <a:t>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DA24C-D1F9-834C-8D37-0104B71E9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3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1295-E087-F24C-BF17-6056257C3B82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DA24C-D1F9-834C-8D37-0104B71E9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096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97367"/>
            <a:ext cx="1183005" cy="1549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97367"/>
            <a:ext cx="3480435" cy="1549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81295-E087-F24C-BF17-6056257C3B82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DA24C-D1F9-834C-8D37-0104B71E9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21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97367"/>
            <a:ext cx="4732020" cy="353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486833"/>
            <a:ext cx="4732020" cy="1160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1695027"/>
            <a:ext cx="123444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81295-E087-F24C-BF17-6056257C3B82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1695027"/>
            <a:ext cx="185166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1695027"/>
            <a:ext cx="123444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0DA24C-D1F9-834C-8D37-0104B71E9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99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43870" rtl="0" eaLnBrk="1" latinLnBrk="0" hangingPunct="1">
        <a:lnSpc>
          <a:spcPct val="90000"/>
        </a:lnSpc>
        <a:spcBef>
          <a:spcPct val="0"/>
        </a:spcBef>
        <a:buNone/>
        <a:defRPr sz="11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8" indent="-60968" algn="l" defTabSz="24387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747" kern="1200">
          <a:solidFill>
            <a:schemeClr val="tx1"/>
          </a:solidFill>
          <a:latin typeface="+mn-lt"/>
          <a:ea typeface="+mn-ea"/>
          <a:cs typeface="+mn-cs"/>
        </a:defRPr>
      </a:lvl1pPr>
      <a:lvl2pPr marL="18290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304838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7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54870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7064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9257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91451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1036450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1pPr>
      <a:lvl2pPr marL="121935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4387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3pPr>
      <a:lvl4pPr marL="36580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48774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0967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3161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853547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975482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32B9458-D67F-6EBB-2A92-EF99E7090E43}"/>
              </a:ext>
            </a:extLst>
          </p:cNvPr>
          <p:cNvSpPr/>
          <p:nvPr/>
        </p:nvSpPr>
        <p:spPr>
          <a:xfrm>
            <a:off x="1292633" y="365181"/>
            <a:ext cx="568411" cy="56429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</a:t>
            </a:r>
            <a:r>
              <a:rPr lang="en-US" sz="1200" baseline="-25000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2DDD8BD-933C-1BA8-41BB-9BDED8B52A31}"/>
              </a:ext>
            </a:extLst>
          </p:cNvPr>
          <p:cNvSpPr/>
          <p:nvPr/>
        </p:nvSpPr>
        <p:spPr>
          <a:xfrm>
            <a:off x="3068881" y="365181"/>
            <a:ext cx="568411" cy="56429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</a:t>
            </a:r>
            <a:r>
              <a:rPr lang="en-US" sz="1200" baseline="-25000" dirty="0"/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21B5D0-7280-556D-D1D6-D30F4711529A}"/>
              </a:ext>
            </a:extLst>
          </p:cNvPr>
          <p:cNvSpPr/>
          <p:nvPr/>
        </p:nvSpPr>
        <p:spPr>
          <a:xfrm>
            <a:off x="3892191" y="365181"/>
            <a:ext cx="568411" cy="56429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</a:t>
            </a:r>
            <a:r>
              <a:rPr lang="en-US" sz="1200" baseline="-25000" dirty="0"/>
              <a:t>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2AA30B-FD05-8715-B693-081B67D7DD6F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3637293" y="647327"/>
            <a:ext cx="2548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ight Arrow 8">
            <a:extLst>
              <a:ext uri="{FF2B5EF4-FFF2-40B4-BE49-F238E27FC236}">
                <a16:creationId xmlns:a16="http://schemas.microsoft.com/office/drawing/2014/main" id="{F7E8DEDD-6E99-54C1-FB63-808DD02E39EF}"/>
              </a:ext>
            </a:extLst>
          </p:cNvPr>
          <p:cNvSpPr/>
          <p:nvPr/>
        </p:nvSpPr>
        <p:spPr>
          <a:xfrm>
            <a:off x="1426190" y="983659"/>
            <a:ext cx="301297" cy="14025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BE357C-99C2-B02A-441F-DD839CA0FD6A}"/>
              </a:ext>
            </a:extLst>
          </p:cNvPr>
          <p:cNvCxnSpPr/>
          <p:nvPr/>
        </p:nvCxnSpPr>
        <p:spPr>
          <a:xfrm>
            <a:off x="1576838" y="1200991"/>
            <a:ext cx="177624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672B740-1BF0-C703-B505-0C4AB6A54675}"/>
              </a:ext>
            </a:extLst>
          </p:cNvPr>
          <p:cNvCxnSpPr>
            <a:cxnSpLocks/>
          </p:cNvCxnSpPr>
          <p:nvPr/>
        </p:nvCxnSpPr>
        <p:spPr>
          <a:xfrm>
            <a:off x="3353087" y="1200991"/>
            <a:ext cx="82331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18A3DC2-69D5-7598-2BE7-C879CCDC3F3A}"/>
              </a:ext>
            </a:extLst>
          </p:cNvPr>
          <p:cNvSpPr txBox="1"/>
          <p:nvPr/>
        </p:nvSpPr>
        <p:spPr>
          <a:xfrm>
            <a:off x="2392337" y="1186979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d</a:t>
            </a:r>
            <a:r>
              <a:rPr lang="en-US" sz="1200" baseline="-25000" dirty="0" err="1"/>
              <a:t>AB</a:t>
            </a:r>
            <a:endParaRPr lang="en-US" sz="1200" baseline="-25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BD4B19-FE1A-BBFF-C3FA-F4BCD92A95C8}"/>
              </a:ext>
            </a:extLst>
          </p:cNvPr>
          <p:cNvSpPr txBox="1"/>
          <p:nvPr/>
        </p:nvSpPr>
        <p:spPr>
          <a:xfrm>
            <a:off x="3637292" y="1200991"/>
            <a:ext cx="404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d</a:t>
            </a:r>
            <a:r>
              <a:rPr lang="en-US" sz="1200" baseline="-25000" dirty="0" err="1"/>
              <a:t>BC</a:t>
            </a:r>
            <a:endParaRPr lang="en-US" sz="1200" baseline="-25000" dirty="0"/>
          </a:p>
        </p:txBody>
      </p:sp>
    </p:spTree>
    <p:extLst>
      <p:ext uri="{BB962C8B-B14F-4D97-AF65-F5344CB8AC3E}">
        <p14:creationId xmlns:p14="http://schemas.microsoft.com/office/powerpoint/2010/main" val="1653651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5</Words>
  <Application>Microsoft Macintosh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Bilin Zhuang</dc:creator>
  <cp:lastModifiedBy>Bilin Zhuang</cp:lastModifiedBy>
  <cp:revision>2</cp:revision>
  <dcterms:created xsi:type="dcterms:W3CDTF">2025-02-18T19:24:45Z</dcterms:created>
  <dcterms:modified xsi:type="dcterms:W3CDTF">2025-02-18T20:09:48Z</dcterms:modified>
</cp:coreProperties>
</file>