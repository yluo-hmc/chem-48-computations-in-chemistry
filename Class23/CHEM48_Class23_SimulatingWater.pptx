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c3abce8c0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c3abce8c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c3abce8c0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c3abce8c0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c3abce8c0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c3abce8c0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5450" y="2287650"/>
            <a:ext cx="2745792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890411">
            <a:off x="3500949" y="311275"/>
            <a:ext cx="2745792" cy="241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180643">
            <a:off x="5978850" y="1672901"/>
            <a:ext cx="2745793" cy="2419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TIP3P</a:t>
            </a:r>
            <a:r>
              <a:rPr lang="en"/>
              <a:t> Water Model: Parameters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7275" y="1331000"/>
            <a:ext cx="6829425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3273900" cy="9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move the molecules?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975" y="2287650"/>
            <a:ext cx="2745792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890411">
            <a:off x="3500949" y="311275"/>
            <a:ext cx="2745792" cy="241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180643">
            <a:off x="5978850" y="1672901"/>
            <a:ext cx="2745793" cy="2419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Integrator: moving the molecules forward in time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